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BrandGuard DRP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Prototype Walkthrough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Profile · Social Monitoring · App Store Monitoring · Look-alike Detection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89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https://claude.ai/artifact/BR7KedYoeRMs8HpLT5xgnV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· Brand Profile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is legitimate so it is never flagged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0F1A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0759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3075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3075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261872"/>
            <a:ext cx="4114800" cy="201168"/>
          </a:xfrm>
          <a:prstGeom prst="roundRect">
            <a:avLst>
              <a:gd name="adj" fmla="val 22727"/>
            </a:avLst>
          </a:prstGeom>
          <a:solidFill>
            <a:srgbClr val="15203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1261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brandguard.app/brand-profile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BrandGuard DRP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22D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Profile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7452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15203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7452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15203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0896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15203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4340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331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brand name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2496312"/>
            <a:ext cx="5029200" cy="27432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PayNova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8803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domain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" y="3044952"/>
            <a:ext cx="5029200" cy="27432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044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paynova.com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4290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social handles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" y="3593592"/>
            <a:ext cx="5029200" cy="27432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@paynova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977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app IDs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" y="4142232"/>
            <a:ext cx="5029200" cy="27432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4142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com.paynova.app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57200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22D3E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4572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brand profile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11887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1520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172200" y="1280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172200" y="1645920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name, logo, domain, handles and app IDs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trusted allow-list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assets are skipped in every scan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the browser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· Social Media Monitoring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Impersonation accounts ranked by risk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0F1A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0759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3075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3075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261872"/>
            <a:ext cx="4114800" cy="201168"/>
          </a:xfrm>
          <a:prstGeom prst="roundRect">
            <a:avLst>
              <a:gd name="adj" fmla="val 22727"/>
            </a:avLst>
          </a:prstGeom>
          <a:solidFill>
            <a:srgbClr val="15203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1261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brandguard.app/social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BrandGuard DRP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1520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Profile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7452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22D3E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7452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15203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0896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15203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4340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331720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152036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23865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PayNova Support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2578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@paynova_support · X · 312 followers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17720" y="2395728"/>
            <a:ext cx="960120" cy="201168"/>
          </a:xfrm>
          <a:prstGeom prst="roundRect">
            <a:avLst>
              <a:gd name="adj" fmla="val 45455"/>
            </a:avLst>
          </a:prstGeom>
          <a:solidFill>
            <a:srgbClr val="DC262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17720" y="23957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88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2788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swap · Logo 90% · New account (12 days) · Scam language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" y="3081528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152036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3136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PayN0va Official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332841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@payn0va.official · Instagram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3145536"/>
            <a:ext cx="960120" cy="201168"/>
          </a:xfrm>
          <a:prstGeom prst="roundRect">
            <a:avLst>
              <a:gd name="adj" fmla="val 45455"/>
            </a:avLst>
          </a:prstGeom>
          <a:solidFill>
            <a:srgbClr val="DC262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17720" y="31455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81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35387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swap · Logo 95% · Scam language: giveaway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3831336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152036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9808" y="3886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Nova Care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40782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@pay_nova_care · Facebook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17720" y="3895344"/>
            <a:ext cx="960120" cy="201168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617720" y="38953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· 52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49808" y="428853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change · Logo 80% · New account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35040" y="11887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1520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72200" y="1280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flagged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172200" y="1645920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similarity, logo match, account age, followers, bio wording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shows evidence chips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@paynova is skipped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"Nova Pets" is not flagged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· App Store Monitoring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apps by name, icon and publisher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0F1A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0759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3075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3075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261872"/>
            <a:ext cx="4114800" cy="201168"/>
          </a:xfrm>
          <a:prstGeom prst="roundRect">
            <a:avLst>
              <a:gd name="adj" fmla="val 22727"/>
            </a:avLst>
          </a:prstGeom>
          <a:solidFill>
            <a:srgbClr val="15203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1261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brandguard.app/apps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BrandGuard DRP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1520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Profile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7452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15203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7452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22D3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0896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15203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4340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2331720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152036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23865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PayN0va Wallet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25786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com.payn0va.wallet · Third-party store · 500+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17720" y="2395728"/>
            <a:ext cx="960120" cy="201168"/>
          </a:xfrm>
          <a:prstGeom prst="roundRect">
            <a:avLst>
              <a:gd name="adj" fmla="val 45455"/>
            </a:avLst>
          </a:prstGeom>
          <a:solidFill>
            <a:srgbClr val="DC262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17720" y="23957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92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2788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swap · Icon 97% · Different publisher · Copied description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" y="3081528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152036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3136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PayNova Rewards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332841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com.fastpay.nova · Google Play · 10K+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3145536"/>
            <a:ext cx="960120" cy="201168"/>
          </a:xfrm>
          <a:prstGeom prst="roundRect">
            <a:avLst>
              <a:gd name="adj" fmla="val 45455"/>
            </a:avLst>
          </a:prstGeom>
          <a:solidFill>
            <a:srgbClr val="DC262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617720" y="31455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· 74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" y="3538728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words: rewards · Icon 88% · Different publisher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3831336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152036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9808" y="3886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Nova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" y="40782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com.pay.nov · App Store · 1K+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17720" y="3895344"/>
            <a:ext cx="960120" cy="201168"/>
          </a:xfrm>
          <a:prstGeom prst="roundRect">
            <a:avLst>
              <a:gd name="adj" fmla="val 45455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617720" y="38953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· 31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49808" y="4288536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match · Different publisher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035040" y="11887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1520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72200" y="1280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flagged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172200" y="1645920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app name or branding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similarity and copied description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differs from the brand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PayNova app is never flagged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· Look-alike Name Detection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character swaps, added words, spacing changes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0F1A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07592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30759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3075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1280160" y="1261872"/>
            <a:ext cx="4114800" cy="201168"/>
          </a:xfrm>
          <a:prstGeom prst="roundRect">
            <a:avLst>
              <a:gd name="adj" fmla="val 22727"/>
            </a:avLst>
          </a:prstGeom>
          <a:solidFill>
            <a:srgbClr val="15203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1261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brandguard.app/look-alike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BrandGuard DRP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1520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Profile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7452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15203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87452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15203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10896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43400" y="1920240"/>
            <a:ext cx="1161288" cy="256032"/>
          </a:xfrm>
          <a:prstGeom prst="roundRect">
            <a:avLst>
              <a:gd name="adj" fmla="val 17857"/>
            </a:avLst>
          </a:prstGeom>
          <a:solidFill>
            <a:srgbClr val="22D3E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43400" y="1920240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42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331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name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2496312"/>
            <a:ext cx="5029200" cy="274320"/>
          </a:xfrm>
          <a:prstGeom prst="roundRect">
            <a:avLst>
              <a:gd name="adj" fmla="val 13333"/>
            </a:avLst>
          </a:prstGeom>
          <a:solidFill>
            <a:srgbClr val="0B1220"/>
          </a:solidFill>
          <a:ln w="9525">
            <a:solidFill>
              <a:srgbClr val="2634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N0va Support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2898648"/>
            <a:ext cx="5029200" cy="411480"/>
          </a:xfrm>
          <a:prstGeom prst="roundRect">
            <a:avLst>
              <a:gd name="adj" fmla="val 13333"/>
            </a:avLst>
          </a:prstGeom>
          <a:solidFill>
            <a:srgbClr val="15203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28986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· 88   Character swap · Spacing change · Added words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290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variants attackers register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paynova-support   paynova_login   payn0va   pay nova   paynovva   p4ynova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118872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15203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12801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1645920"/>
            <a:ext cx="2423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homoglyphs (0→o, 1→l, rn→m)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Edit-distance for near matches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added keywords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flagging normal names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two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5203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Save the brand profile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5203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92024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Run the social scan: fake pages and scam profiles flagged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5203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6032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Run the app store scan: look-alikes flagged, official app clean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5203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2004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Open an alert: evidence and risk score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152036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84048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Test any name in the Look-alike tab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2026-10-14T14:28:07Z</dcterms:created>
  <dcterms:modified xsi:type="dcterms:W3CDTF">2026-10-14T14:28:07Z</dcterms:modified>
</cp:coreProperties>
</file>